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54864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89120"/>
            <a:ext cx="12188952" cy="54864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Real-Time Telemetry in Open AI 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CCCDD"/>
                </a:solidFill>
              </a:rPr>
              <a:t>using Microsoft Janus (jBPF)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0C060"/>
                </a:solidFill>
              </a:rPr>
              <a:t>Midterm Progress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DD"/>
                </a:solidFill>
              </a:rPr>
              <a:t>Maxim Bitiu   ·   Bachelor Thesis   · 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AA"/>
                </a:solidFill>
              </a:rPr>
              <a:t>srsRAN Project  ·  jBPF / Microsoft Janus  ·  ZMQ Virtual Radio  ·  InfluxDB  · 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Build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The problem with standard 5G network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Standard 5G monitoring gives you ~1-second averages at the MAC layer only: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"MCS dropped from 27 to 22" — but why? Radio problem? Scheduler overloaded? Traffic flood?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No way to tell from standard metrics alone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eBPF (extended Berkeley Packet Filter) lets us inject probes into any running program: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Zero kernel changes — probes load and unload at runtime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Per-event granularity at every 1 ms radio slot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Multiple protocol layers simultaneously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Microsoft Janus (jBPF) extends eBPF to userspace gNB software: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Hook directly into the srsRAN gNB source code at 22 function call sites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Capture microsecond-level events invisible to any standard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097280"/>
            <a:ext cx="3474720" cy="5029200"/>
          </a:xfrm>
          <a:prstGeom prst="rect">
            <a:avLst/>
          </a:prstGeom>
          <a:solidFill>
            <a:srgbClr val="10102A"/>
          </a:solidFill>
          <a:ln w="19050">
            <a:solidFill>
              <a:srgbClr val="1A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60"/>
                </a:solidFill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645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Can jBPF hook telemetry distinguish infrastructure faults from channel impairments in a live 5G NR system?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45720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</a:rPr>
              <a:t>Answer: Yes — and the standard metrics channel cannot do this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A complete 5G NR telemetry pipeline — no physical radio hardware required</a:t>
            </a:r>
          </a:p>
        </p:txBody>
      </p:sp>
      <p:pic>
        <p:nvPicPr>
          <p:cNvPr id="5" name="Picture 4" descr="fig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Getting It to Run — Baremetal Installation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Several non-trivial fixes were needed before any telemetry could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60"/>
                </a:solidFill>
              </a:rPr>
              <a:t>Challenge 1: eBPF Verifier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All 10 MAC codelets had eBPF verifier errors and refused to load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Hash map relocation types didn't match runtime expectations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JBPF_HASHMAP_CLEAR loops rejected (too complex for verifier)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Fix: corrected map definitions + removed clear loops → stats now cumulative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37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60"/>
                </a:solidFill>
              </a:rPr>
              <a:t>Challenge 2: jrtc-ctl Bug — HARQ Schema Collision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DL and UL HARQ share the same .proto schema name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jrtc-ctl's map[string][]byte overwrote DL with UL at registration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Fix: changed to map[string][][]byte + append() in Go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349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60"/>
                </a:solidFill>
              </a:rPr>
              <a:t>Challenge 3: Context Cancellation 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1500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errgroup context cancelled phase-2 codelet load when phase-1 (decoder) finished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Fix: split into two sequential errgroups with independent contexts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60"/>
                </a:solidFill>
              </a:rPr>
              <a:t>Challenge 4: gNB Config YAML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1732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enable_json_metrics and enable_metrics_subscription do NOT exist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Correct key is metrics: enable_json: true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Wrong keys cause silent gNB startup failure (IPC socket never appears)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718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60"/>
                </a:solidFill>
              </a:rPr>
              <a:t>Challenge 5: IPC Socket 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33756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jrtc must start before gNB — IPC socket /tmp/jbpf/jbpf_lcm_ipc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created by gNB only after connecting to jrtc shared memory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Kill-9 leaves stale socket → launch script waits forever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Fix: clean shutdown script + 20s timeout with permission fix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303520"/>
            <a:ext cx="5577840" cy="822960"/>
          </a:xfrm>
          <a:prstGeom prst="rect">
            <a:avLst/>
          </a:prstGeom>
          <a:solidFill>
            <a:srgbClr val="0A2A0A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8B57"/>
                </a:solidFill>
              </a:rPr>
              <a:t>Result: after all fixes — zero missing-schema errors, all 17 streams flowing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Hooked — 22 Instrumentation Points, 17 Schemas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Coverage across every layer of the 5G gNB software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286000" cy="4389120"/>
          </a:xfrm>
          <a:prstGeom prst="rect">
            <a:avLst/>
          </a:prstGeom>
          <a:solidFill>
            <a:srgbClr val="1A6FA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MAC Scheduler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097280"/>
            <a:ext cx="2103120" cy="4389120"/>
          </a:xfrm>
          <a:prstGeom prst="rect">
            <a:avLst/>
          </a:prstGeom>
          <a:solidFill>
            <a:srgbClr val="0A5A8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18872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FAPI
(PHY↔MAC)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097280"/>
            <a:ext cx="2103120" cy="4389120"/>
          </a:xfrm>
          <a:prstGeom prst="rect">
            <a:avLst/>
          </a:prstGeom>
          <a:solidFill>
            <a:srgbClr val="6A0D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18872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RLC / PDCP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097280"/>
            <a:ext cx="2103120" cy="4389120"/>
          </a:xfrm>
          <a:prstGeom prst="rect">
            <a:avLst/>
          </a:prstGeom>
          <a:solidFill>
            <a:srgbClr val="1A8C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18872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Control Plane
RRC / NGAP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0" y="1097280"/>
            <a:ext cx="1920240" cy="4389120"/>
          </a:xfrm>
          <a:prstGeom prst="rect">
            <a:avLst/>
          </a:prstGeom>
          <a:solidFill>
            <a:srgbClr val="B222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Performance
Meta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91640"/>
            <a:ext cx="2194560" cy="749808"/>
          </a:xfrm>
          <a:prstGeom prst="rect">
            <a:avLst/>
          </a:prstGeom>
          <a:solidFill>
            <a:srgbClr val="0D3A6A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harq_stats
(MCS, retx,
HARQ state)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14600"/>
            <a:ext cx="2194560" cy="749808"/>
          </a:xfrm>
          <a:prstGeom prst="rect">
            <a:avLst/>
          </a:prstGeom>
          <a:solidFill>
            <a:srgbClr val="0D3A6A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crc_stats
(SINR, CRC
success rate)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37560"/>
            <a:ext cx="2194560" cy="749808"/>
          </a:xfrm>
          <a:prstGeom prst="rect">
            <a:avLst/>
          </a:prstGeom>
          <a:solidFill>
            <a:srgbClr val="0D3A6A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bsr_stats
(UE buffer
occupancy)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160520"/>
            <a:ext cx="2194560" cy="749808"/>
          </a:xfrm>
          <a:prstGeom prst="rect">
            <a:avLst/>
          </a:prstGeom>
          <a:solidFill>
            <a:srgbClr val="0D3A6A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uci_stats
(CQI, SR,
Timing advance)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1691640"/>
            <a:ext cx="2011680" cy="868680"/>
          </a:xfrm>
          <a:prstGeom prst="rect">
            <a:avLst/>
          </a:prstGeom>
          <a:solidFill>
            <a:srgbClr val="05305A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fapi_dl_config
(DL MCS, PRB,
TBS per slot)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2697480"/>
            <a:ext cx="2011680" cy="868680"/>
          </a:xfrm>
          <a:prstGeom prst="rect">
            <a:avLst/>
          </a:prstGeom>
          <a:solidFill>
            <a:srgbClr val="05305A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fapi_ul_config
(UL scheduler
decisions)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3703320"/>
            <a:ext cx="2011680" cy="868680"/>
          </a:xfrm>
          <a:prstGeom prst="rect">
            <a:avLst/>
          </a:prstGeom>
          <a:solidFill>
            <a:srgbClr val="05305A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fapi_crc_stats
(PHY CRC,
SNR hist)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1691640"/>
            <a:ext cx="2011680" cy="1097280"/>
          </a:xfrm>
          <a:prstGeom prst="rect">
            <a:avLst/>
          </a:prstGeom>
          <a:solidFill>
            <a:srgbClr val="380760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rlc_ul/dl_stats
(SDU latency,
retx bytes)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2971800"/>
            <a:ext cx="2011680" cy="1097280"/>
          </a:xfrm>
          <a:prstGeom prst="rect">
            <a:avLst/>
          </a:prstGeom>
          <a:solidFill>
            <a:srgbClr val="380760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pdcp_ul/dl_stats
(per-bearer
byte counters)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1691640"/>
            <a:ext cx="2011680" cy="822960"/>
          </a:xfrm>
          <a:prstGeom prst="rect">
            <a:avLst/>
          </a:prstGeom>
          <a:solidFill>
            <a:srgbClr val="074242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rach_stats
(per-RACH SNR
+ timing adv.)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651760"/>
            <a:ext cx="2011680" cy="822960"/>
          </a:xfrm>
          <a:prstGeom prst="rect">
            <a:avLst/>
          </a:prstGeom>
          <a:solidFill>
            <a:srgbClr val="074242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rrc_procedure
(setup, reconfig,
reestablishment)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3611880"/>
            <a:ext cx="2011680" cy="822960"/>
          </a:xfrm>
          <a:prstGeom prst="rect">
            <a:avLst/>
          </a:prstGeom>
          <a:solidFill>
            <a:srgbClr val="074242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ngap_procedure
(core network
round-trip)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1691640"/>
            <a:ext cx="1828800" cy="2103120"/>
          </a:xfrm>
          <a:prstGeom prst="rect">
            <a:avLst/>
          </a:prstGeom>
          <a:solidFill>
            <a:srgbClr val="5A1010"/>
          </a:solidFill>
          <a:ln w="1905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jbpf_out_
perf_list
p50/p90/
p95/p99
per hook
★ Novel metric
no standard
equivalent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6235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C060"/>
                </a:solidFill>
              </a:rPr>
              <a:t>★  jbpf_out_perf_list is the ONLY signal sensitive to infrastructure faults — completely invisible to any standard 5G monitoring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45-Panel Real-Time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Live Grafana dashboard — every metric from every layer in one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Dashboard sections: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MAC layer (8 panels) — HARQ, SINR, MCS, CRC, BSR, CQI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RLC / PDCP (10 panels) — SDU latency, throughput bytes, queue depth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FAPI (6 panels) — per-slot scheduler decisions, PRB utilisation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jBPF hook latency (8 panels) — p50/p90/p95/p99 per hook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RRC / NGAP events (5 panels) — attach/detach, procedure timing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UE application layer (5 panels) — iperf3 UL/DL Mbps, ping RTT, jitter, loss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Summary + histograms (9 panels) — at-a-glance health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Auto-refresh: 5 s  ·  InfluxDB 1.x backend  ·  InfluxQL queries</a:t>
            </a:r>
          </a:p>
        </p:txBody>
      </p:sp>
      <p:pic>
        <p:nvPicPr>
          <p:cNvPr id="6" name="Picture 5" descr="fig_telemet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05840"/>
            <a:ext cx="62179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ZMQ Channel Broker — Simulating Real RF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GRC Python broker intercepts IQ samples between gNB and UE</a:t>
            </a:r>
          </a:p>
        </p:txBody>
      </p:sp>
      <p:pic>
        <p:nvPicPr>
          <p:cNvPr id="5" name="Picture 4" descr="fig_channel_bro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840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Two broker implementations: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C broker: AWGN + Rician/Rayleigh flat fading (fast, stable)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GRC Python: + EPA/EVA/ETU 3GPP profiles, CFO, burst drops, live GUI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Recommended config: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K=3 dB Rician, SNR=28 dB, fd=5 Hz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Pure Rayleigh crashes UE in ~2 min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Processing budget: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DL: 413 µs  ·  UL: 503 µs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&lt; 1 ms slot budget with 500 µs headroom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Janus vs Standard Metrics — What Each Channel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Live side-by-side comparison run during Week 7 evaluation</a:t>
            </a:r>
          </a:p>
        </p:txBody>
      </p:sp>
      <p:pic>
        <p:nvPicPr>
          <p:cNvPr id="5" name="Picture 4" descr="fig_jbpf_vs_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1.95× Throughput Difference — Not a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Both systems are correct — they measure at different protocol layers</a:t>
            </a:r>
          </a:p>
        </p:txBody>
      </p:sp>
      <p:pic>
        <p:nvPicPr>
          <p:cNvPr id="5" name="Picture 4" descr="fig_throughput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4008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0972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iperf3 sends 10 Mbps of UDP payload.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standard srsRAN dashboard reads the MAC-layer bitrate: 19.45 Mbps.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extra 9.45 Mbps comes from: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Protocol headers: IP (20B) + UDP (8B) + GTP-U (16B) + PDCP (3B) + RLC (2B)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MAC control elements: BSR, PHR, timing advance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HARQ overhead: scheduled bytes count even for retransmissions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PDCCH/reference signals: resource grant signalling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Radio metrics (SINR, MCS, CQI, BLER) agree with r &gt; 0.88.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mismatch is in throughput only — expected, not an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CPU Overhead — Measured from the Telemetry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jbpf_out_perf_list records hook execution time — no external profiler needed</a:t>
            </a:r>
          </a:p>
        </p:txBody>
      </p:sp>
      <p:pic>
        <p:nvPicPr>
          <p:cNvPr id="5" name="Picture 4" descr="fig_cpu_over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Anomaly Datasets — 35 Scenarios, 5 621 Labelled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Week 9 deliverable: AI-ready CSV + HDF5 with microsecond timestamps</a:t>
            </a:r>
          </a:p>
        </p:txBody>
      </p:sp>
      <p:pic>
        <p:nvPicPr>
          <p:cNvPr id="5" name="Picture 4" descr="fig_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0972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4 anomaly classes: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normal (0) — 2 063 samples — clean baseline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scheduler_fault (1) — 462 samples — RT thread demotion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traffic_flood (2) — 936 samples — UDP/TCP flood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channel_degradation (3) — 2 160 samples — RF impairments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19 features per 1-second window: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7 × hook_p99_us (per steady-state hook)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HARQ: mcs_avg, mcs_min, cons_retx, fail_rate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CRC: sinr_avg, harq_fail, success_rate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BSR: bsr_kb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RLC: throughput_kb, lat_avg_us, lat_max_us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663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Scenario-based train/test split  ·  train: 4 487 rows  ·  test: 1 134 rows  ·  Feature scaler saved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212080"/>
            <a:ext cx="11612880" cy="960120"/>
          </a:xfrm>
          <a:prstGeom prst="rect">
            <a:avLst/>
          </a:prstGeom>
          <a:solidFill>
            <a:srgbClr val="1A0A0A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257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60"/>
                </a:solidFill>
              </a:rPr>
              <a:t>Key finding: 14 of 23 stress scenarios produce signatures invisible to standard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hook_p99_us_fapi_ul spikes to &gt;7 000 µs (7× the 1 ms slot budget) during scheduler demotion while SINR/MCS remain normal — impossible to detect without hook latency.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Core Result — Hook Latency Identifies Infrastructure Faults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A metric that exists nowhere in standard 5G monitoring</a:t>
            </a:r>
          </a:p>
        </p:txBody>
      </p:sp>
      <p:pic>
        <p:nvPicPr>
          <p:cNvPr id="5" name="Picture 4" descr="01_hook_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09728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What happened: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gNB threads demoted from SCHED_FIFO:96 to SCHED_BATCH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OS scheduler deprioritises them — slot processing delayed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hook_p99_us_fapi_ul: 6 µs → 7 289 µs (1200× spike)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What standard metrics show: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Slight MCS drop (looks like minor channel fading)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BSR increase (looks like congestion)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No indication of a software fault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What hook latency shows: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Unmistakable spike — 7× the 1 ms slot budget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Pure infrastructure signature — SINR unchanged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No channel probe can see this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In-Network Pre-Processing — Week 8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Computing statistics inside the eBPF program — no userspace required</a:t>
            </a:r>
          </a:p>
        </p:txBody>
      </p:sp>
      <p:pic>
        <p:nvPicPr>
          <p:cNvPr id="5" name="Picture 4" descr="fig_custom_code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Custom SINR codelet (C code):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Hook: mac_sched_crc_indication — fires on every UL CRC PDU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Two algorithms inside the eBPF program: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Variance: Welford online algorithm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  E[X²] − E[X]² — no stored history needed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Sliding avg: 16-entry ring buffer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  Constant time update (no inner loop)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Why it matters: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Anomaly detection logic runs at the gNB itself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Sub-millisecond latency — no network hop to userspace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Bandwidth saving: send avg/variance, not every raw sample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New Grafana panels: SINR variance + sliding average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Progress vs 12-Week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All implementation phases complete — in Phase V (writing)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194560" cy="2743200"/>
          </a:xfrm>
          <a:prstGeom prst="rect">
            <a:avLst/>
          </a:prstGeom>
          <a:solidFill>
            <a:srgbClr val="2E8B57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I
Wks 1–2
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Setup 5G sim
+ ZMQ link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164592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79" y="1051560"/>
            <a:ext cx="2194560" cy="2743200"/>
          </a:xfrm>
          <a:prstGeom prst="rect">
            <a:avLst/>
          </a:prstGeom>
          <a:solidFill>
            <a:srgbClr val="2E8B57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199" y="10972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II
Wks 3–5
Corelets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199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22 hooks
17 schemas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799" y="3520440"/>
            <a:ext cx="164592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051560"/>
            <a:ext cx="2194560" cy="2743200"/>
          </a:xfrm>
          <a:prstGeom prst="rect">
            <a:avLst/>
          </a:prstGeom>
          <a:solidFill>
            <a:srgbClr val="2E8B57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0972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III
Wks 6–7
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Dashboard
Comparison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3520440"/>
            <a:ext cx="164592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19" y="1051560"/>
            <a:ext cx="2194560" cy="2743200"/>
          </a:xfrm>
          <a:prstGeom prst="rect">
            <a:avLst/>
          </a:prstGeom>
          <a:solidFill>
            <a:srgbClr val="2E8B57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0972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IV
Wks 8–9
Extension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Codelet math
AI datasets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520440"/>
            <a:ext cx="164592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051560"/>
            <a:ext cx="2194560" cy="2743200"/>
          </a:xfrm>
          <a:prstGeom prst="rect">
            <a:avLst/>
          </a:prstGeom>
          <a:solidFill>
            <a:srgbClr val="2A2A0A"/>
          </a:solidFill>
          <a:ln w="1905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0972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V
Wks 10–12
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Validation
Thesis writing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3520440"/>
            <a:ext cx="1645920" cy="320040"/>
          </a:xfrm>
          <a:prstGeom prst="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 PROG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Deliverables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434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8B57"/>
                </a:solidFill>
              </a:rPr>
              <a:t>✓  Source code (codelets, scripts, pipeline)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1888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8B57"/>
                </a:solidFill>
              </a:rPr>
              <a:t>✓  AI-ready datasets (CSV + HDF5, 5 621 samples)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202936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8B57"/>
                </a:solidFill>
              </a:rPr>
              <a:t>✓  Setup guide and all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586983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8B57"/>
                </a:solidFill>
              </a:rPr>
              <a:t>✓  Anomaly collection report (35 scenarios)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434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8B57"/>
                </a:solidFill>
              </a:rPr>
              <a:t>✓  Janus vs Standard comparison (live data)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81888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8B57"/>
                </a:solidFill>
              </a:rPr>
              <a:t>✓  Custom codelet 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202936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○  Bachelor Thesis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586983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○  Final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of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73152" cy="6858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1. Full 5G NR Telemetry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22 jBPF hook points · 17 schemas · 1 ms granularity · 45-panel Grafana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01952"/>
            <a:ext cx="73152" cy="6858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2. ZMQ Channel Broker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GRC Python broker: AWGN + Rician/Rayleigh + EPA/EVA/ETU + interference + time-varying scenarios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98064"/>
            <a:ext cx="73152" cy="685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9806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3. Baremetal Installation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1810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Fixed 10 eBPF verifier failures + 2 jrtc-ctl bugs + YAML config keys to get the full stack running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94176"/>
            <a:ext cx="73152" cy="6858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4. Two Labelled AI-Ready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14215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5 621 samples · 19 features · 4 classes · 35 scenarios · scenario-based train/test split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90288"/>
            <a:ext cx="73152" cy="6858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5902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5. Key Finding — Hook Latency as Fault Detector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10327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Only metric that distinguishes scheduler faults from channel impairments · 7× spike · invisible to standard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486400"/>
            <a:ext cx="73152" cy="68580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6. Custom In-Network Codelet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SINR variance + sliding window computed inside eBPF at 1 ms — no userspace post-processing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Remaining Work — Phase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Thesis Writing (Week 11):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Chapter: System architecture and implementation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Chapter: Evaluation — jBPF vs standard comparison with live plots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Chapter: Anomaly detection — dataset description, key findings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Chapter: Conclusion and future work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Optional extensions (if time permits):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Train a lightweight anomaly classifier on the collected dataset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Evaluate CPU overhead at multiple traffic rates (10/25/50 Mbps)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• Extend custom codelet to output an anomaly score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097280"/>
            <a:ext cx="5394960" cy="5029200"/>
          </a:xfrm>
          <a:prstGeom prst="rect">
            <a:avLst/>
          </a:prstGeom>
          <a:solidFill>
            <a:srgbClr val="10102A"/>
          </a:solidFill>
          <a:ln w="19050">
            <a:solidFill>
              <a:srgbClr val="1A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60"/>
                </a:solidFill>
              </a:rPr>
              <a:t>Hardware (USRP) Bonus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Project plan explicitly designs for ZMQ simulation.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Hardware (USRP B210/X310) is optional bonus only.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If time permits after thesis draft: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Replace ZMQ with real USRP radio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Run codelets on live air interface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Compare simulated vs real-world hook latency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Risk mitigation: do NOT attempt if it jeopardises the report deadline.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DD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DD"/>
                </a:solidFill>
              </a:rPr>
              <a:t>github.com/MaximBitiu1/srsran-telemetry-pipeline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C060"/>
                </a:solidFill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jBPF hook
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C060"/>
                </a:solidFill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977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Telemetry
schemas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C060"/>
                </a:solidFill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977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Grafana
panels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C060"/>
                </a:solidFill>
              </a:rPr>
              <a:t>5 621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977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Labelled
samples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C060"/>
                </a:solidFill>
              </a:rPr>
              <a:t>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977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CPU
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C060"/>
                </a:solidFill>
              </a:rPr>
              <a:t>7 000+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977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µs fault
spike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