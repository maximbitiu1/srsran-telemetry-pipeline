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54864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89120"/>
            <a:ext cx="12188952" cy="54864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Real-Time Telemetry in Open AI 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CCCDD"/>
                </a:solidFill>
              </a:rPr>
              <a:t>using Microsoft Janus (jBPF)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0C060"/>
                </a:solidFill>
              </a:rPr>
              <a:t>Midterm Progress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DD"/>
                </a:solidFill>
              </a:rPr>
              <a:t>Maxim Bitiu   ·   Bachelor Thesis   ·   April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AA"/>
                </a:solidFill>
              </a:rPr>
              <a:t>srsRAN Project  ·  jBPF / Microsoft Janus  ·  ZMQ Virtual Radio  ·  InfluxDB  · 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The problem with standard 5G network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Standard 5G monitoring gives you ~1-second averages at the MAC layer only: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"MCS dropped from 27 to 22" — but why? Radio problem? Scheduler overloaded? Traffic flood?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No way to tell from standard metrics alone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eBPF (extended Berkeley Packet Filter) lets us inject probes into any running program: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Zero kernel changes — probes load and unload at runtime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Per-event granularity at every 1 ms radio slot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Multiple protocol layers simultaneously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Microsoft Janus (jBPF) extends eBPF to userspace gNB software: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Hook directly into the srsRAN gNB source code at 22 function call sites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Capture microsecond-level events invisible to any standard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0" y="1097280"/>
            <a:ext cx="3474720" cy="5029200"/>
          </a:xfrm>
          <a:prstGeom prst="rect">
            <a:avLst/>
          </a:prstGeom>
          <a:solidFill>
            <a:srgbClr val="10102A"/>
          </a:solidFill>
          <a:ln w="19050">
            <a:solidFill>
              <a:srgbClr val="1A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234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C060"/>
                </a:solidFill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Can jBPF hook telemetry distinguish infrastructure faults from channel impairments in a live 5G NR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45720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</a:rPr>
              <a:t>Answer: Yes — and the standard metrics channel cannot do this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A complete 5G NR telemetry pipeline — no physical radio hardware required</a:t>
            </a:r>
          </a:p>
        </p:txBody>
      </p:sp>
      <p:pic>
        <p:nvPicPr>
          <p:cNvPr id="5" name="Picture 4" descr="fig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First Attempt: k3d Kubernetes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The official Microsoft deployment path — and why it didn't work for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685800"/>
          </a:xfrm>
          <a:prstGeom prst="rect">
            <a:avLst/>
          </a:prstGeom>
          <a:solidFill>
            <a:srgbClr val="0A2040"/>
          </a:solidFill>
          <a:ln w="19050">
            <a:solidFill>
              <a:srgbClr val="1A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CCCCDD"/>
                </a:solidFill>
              </a:rPr>
              <a:t>The jrtc-apps repo (Microsoft) recommends k3d as the default deployment — lightweight Kubernetes running locally, no physical hardware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6FAF"/>
                </a:solidFill>
              </a:rPr>
              <a:t>What k3d Offers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402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  • Single Helm chart deploys gNB + jrtc + decoder + UE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ZMQ mode available — no radio hardware needed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Designed to run on a single laptop or workstation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Containers handle all dependencies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22222"/>
                </a:solidFill>
              </a:rPr>
              <a:t>What Went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  • Helm chart values.yaml was built for enterprise O-RAN servers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Pods stayed in Pending — Kubernetes couldn't schedule them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Required resources our machine couldn't provide: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· Hugepages (4 Gi+) — not configured on the k3d node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· SR-IOV device plugin — Intel NIC feature not present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· DPDK CPU pinning — assumes 30+ dedicated physical cores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· Physical RU MAC/VLAN bindings in the 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solidFill>
            <a:srgbClr val="301010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0C060"/>
                </a:solidFill>
              </a:rPr>
              <a:t>The chart worked as designed — it was designed for a different class of machine. We needed a different approach.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Fix: Bare Metal Deployment on Ubuntu 22.04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Skipped the Helm chart entirely — built and ran everything natively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2240280" cy="5029200"/>
          </a:xfrm>
          <a:prstGeom prst="rect">
            <a:avLst/>
          </a:prstGeom>
          <a:solidFill>
            <a:srgbClr val="1A6FA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① Build from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2057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Compiled srsRAN (jBPF fork), jBPF runtime, and jrtc manually — required LLVM/Clang toolchain and specific kernel headers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8" y="1051560"/>
            <a:ext cx="2240280" cy="5029200"/>
          </a:xfrm>
          <a:prstGeom prst="rect">
            <a:avLst/>
          </a:prstGeom>
          <a:solidFill>
            <a:srgbClr val="6A0DA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15768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② Fix the gNB Config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1783080"/>
            <a:ext cx="2057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Example YAML had invalid keys that silently crashed the gNB at startup. Debugged logs, identified correct keys, rewrote the config for ZMQ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74336" y="1051560"/>
            <a:ext cx="2240280" cy="5029200"/>
          </a:xfrm>
          <a:prstGeom prst="rect">
            <a:avLst/>
          </a:prstGeom>
          <a:solidFill>
            <a:srgbClr val="8B691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65776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③ Fix eBPF Verifier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83080"/>
            <a:ext cx="2057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10 MAC codelets failed the eBPF verifier and refused to load. Fixed map definitions and removed unsupported hash clear loops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24344" y="1051560"/>
            <a:ext cx="2240280" cy="5029200"/>
          </a:xfrm>
          <a:prstGeom prst="rect">
            <a:avLst/>
          </a:prstGeom>
          <a:solidFill>
            <a:srgbClr val="1A8C8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5784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④ Fix jrtc Decoder Bug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5784" y="1783080"/>
            <a:ext cx="2057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DL and UL HARQ codelets shared the same schema name — the decoder silently dropped one stream. Fixed in the jrtc Go 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74352" y="1051560"/>
            <a:ext cx="2240280" cy="5029200"/>
          </a:xfrm>
          <a:prstGeom prst="rect">
            <a:avLst/>
          </a:prstGeom>
          <a:solidFill>
            <a:srgbClr val="2E8B5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14300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⑤ Automate Startup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5792" y="1783080"/>
            <a:ext cx="2057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Built a single launch script that starts all 8 components in correct order with dependency checks, timeouts, and clean shutdown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solidFill>
            <a:srgbClr val="0A2A0A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8B57"/>
                </a:solidFill>
              </a:rPr>
              <a:t>Result: full pipeline running — all 17 telemetry streams flowing, 36-panel Grafana dashboard live, ZMQ channel broker 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 Hooked — 22 Instrumentation Points, 17 Schemas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Coverage across every layer of the 5G gNB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286000" cy="4389120"/>
          </a:xfrm>
          <a:prstGeom prst="rect">
            <a:avLst/>
          </a:prstGeom>
          <a:solidFill>
            <a:srgbClr val="1A6FA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MAC Scheduler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097280"/>
            <a:ext cx="2103120" cy="4389120"/>
          </a:xfrm>
          <a:prstGeom prst="rect">
            <a:avLst/>
          </a:prstGeom>
          <a:solidFill>
            <a:srgbClr val="0A5A8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188720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FAPI
(PHY↔MAC)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097280"/>
            <a:ext cx="2103120" cy="4389120"/>
          </a:xfrm>
          <a:prstGeom prst="rect">
            <a:avLst/>
          </a:prstGeom>
          <a:solidFill>
            <a:srgbClr val="6A0DA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188720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RLC / PDCP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097280"/>
            <a:ext cx="2103120" cy="4389120"/>
          </a:xfrm>
          <a:prstGeom prst="rect">
            <a:avLst/>
          </a:prstGeom>
          <a:solidFill>
            <a:srgbClr val="1A8C8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188720"/>
            <a:ext cx="20116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Control Plane
RRC / NGAP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0" y="1097280"/>
            <a:ext cx="1920240" cy="4389120"/>
          </a:xfrm>
          <a:prstGeom prst="rect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1268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Performance
Meta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691640"/>
            <a:ext cx="2194560" cy="749808"/>
          </a:xfrm>
          <a:prstGeom prst="rect">
            <a:avLst/>
          </a:prstGeom>
          <a:solidFill>
            <a:srgbClr val="0D3A6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harq_stats
(MCS, retx,
HARQ state)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14600"/>
            <a:ext cx="2194560" cy="749808"/>
          </a:xfrm>
          <a:prstGeom prst="rect">
            <a:avLst/>
          </a:prstGeom>
          <a:solidFill>
            <a:srgbClr val="0D3A6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crc_stats
(SINR, CRC
success rate)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37560"/>
            <a:ext cx="2194560" cy="749808"/>
          </a:xfrm>
          <a:prstGeom prst="rect">
            <a:avLst/>
          </a:prstGeom>
          <a:solidFill>
            <a:srgbClr val="0D3A6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bsr_stats
(UE buffer
occupancy)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160520"/>
            <a:ext cx="2194560" cy="749808"/>
          </a:xfrm>
          <a:prstGeom prst="rect">
            <a:avLst/>
          </a:prstGeom>
          <a:solidFill>
            <a:srgbClr val="0D3A6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uci_stats
(CQI, SR,
Timing advance)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691640"/>
            <a:ext cx="2011680" cy="868680"/>
          </a:xfrm>
          <a:prstGeom prst="rect">
            <a:avLst/>
          </a:prstGeom>
          <a:solidFill>
            <a:srgbClr val="05305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fapi_dl_config
(DL MCS, PRB,
TBS per slot)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697480"/>
            <a:ext cx="2011680" cy="868680"/>
          </a:xfrm>
          <a:prstGeom prst="rect">
            <a:avLst/>
          </a:prstGeom>
          <a:solidFill>
            <a:srgbClr val="05305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fapi_ul_config
(UL scheduler
decisions)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3703320"/>
            <a:ext cx="2011680" cy="868680"/>
          </a:xfrm>
          <a:prstGeom prst="rect">
            <a:avLst/>
          </a:prstGeom>
          <a:solidFill>
            <a:srgbClr val="05305A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fapi_crc_stats
(PHY CRC,
SNR hist)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57800" y="1691640"/>
            <a:ext cx="2011680" cy="1097280"/>
          </a:xfrm>
          <a:prstGeom prst="rect">
            <a:avLst/>
          </a:prstGeom>
          <a:solidFill>
            <a:srgbClr val="380760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rlc_ul/dl_stats
(SDU latency,
retx bytes)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2971800"/>
            <a:ext cx="2011680" cy="1097280"/>
          </a:xfrm>
          <a:prstGeom prst="rect">
            <a:avLst/>
          </a:prstGeom>
          <a:solidFill>
            <a:srgbClr val="380760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pdcp_ul/dl_stats
(per-bearer
byte counters)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1691640"/>
            <a:ext cx="2011680" cy="822960"/>
          </a:xfrm>
          <a:prstGeom prst="rect">
            <a:avLst/>
          </a:prstGeom>
          <a:solidFill>
            <a:srgbClr val="074242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rach_stats
(per-RACH SNR
+ timing adv.)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651760"/>
            <a:ext cx="2011680" cy="822960"/>
          </a:xfrm>
          <a:prstGeom prst="rect">
            <a:avLst/>
          </a:prstGeom>
          <a:solidFill>
            <a:srgbClr val="074242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rrc_procedure
(setup, reconfig,
reestablishment)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3611880"/>
            <a:ext cx="2011680" cy="822960"/>
          </a:xfrm>
          <a:prstGeom prst="rect">
            <a:avLst/>
          </a:prstGeom>
          <a:solidFill>
            <a:srgbClr val="074242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ngap_procedure
(core network
round-trip)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1691640"/>
            <a:ext cx="1828800" cy="2103120"/>
          </a:xfrm>
          <a:prstGeom prst="rect">
            <a:avLst/>
          </a:prstGeom>
          <a:solidFill>
            <a:srgbClr val="5A1010"/>
          </a:solidFill>
          <a:ln w="1905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jbpf_out_
perf_list
p50/p90/
p95/p99
per hook
★ Novel metric
no standard
equivalent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62356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C060"/>
                </a:solidFill>
              </a:rPr>
              <a:t>★  jbpf_out_perf_list is the ONLY signal sensitive to infrastructure faults — completely invisible to any standard 5G monitoring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36-Panel Real-Time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Live Grafana dashboard — every metric from every layer in one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Dashboard sections: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Custom SINR Analytics (5 panels) — variance, sliding avg, fill level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PHY / MAC — Radio Link Quality (4 panels) — SINR, TX success, HARQ, RSRP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MAC Scheduler (5 panels) — BSR, CQI, scheduling requests, MCS, retx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FAPI (5 panels) — per-slot MCS/PRB/TBS DL vs UL, SNR, timing advance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RLC / PDCP (6 panels) — DL/UL data volume, retx, SDU latency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RRC / NGAP (2 panels) — control plane event timelines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jBPF hook latency (3 panels) — p50/p99 per hook, invocation count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Summary Statistics (6 panels) — SINR, TX%, HARQ, CQI, p50, BSR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Auto-refresh: 5 s  ·  InfluxDB 1.x backend  ·  InfluxQL queries</a:t>
            </a:r>
          </a:p>
        </p:txBody>
      </p:sp>
      <p:pic>
        <p:nvPicPr>
          <p:cNvPr id="6" name="Picture 5" descr="screenshot_grafa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05840"/>
            <a:ext cx="6400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Channel Problem — Why a Broker Was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ZMQ virtual radio gives a perfect channel — useless for a thesis on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577840" cy="1645920"/>
          </a:xfrm>
          <a:prstGeom prst="rect">
            <a:avLst/>
          </a:prstGeom>
          <a:solidFill>
            <a:srgbClr val="2A0A0A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2222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  • srsRAN ZMQ transport = perfect wire: SINR constant at 42 dB, zero fading, zero loss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No RF variation → no channel anomalies → nothing to detect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Every dataset would look identical — the thesis has no content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5577840" cy="1417320"/>
          </a:xfrm>
          <a:prstGeom prst="rect">
            <a:avLst/>
          </a:prstGeom>
          <a:solidFill>
            <a:srgbClr val="1A1A0A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880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C00"/>
                </a:solidFill>
              </a:rPr>
              <a:t>Attempt 1: srsUE built-in channel emulator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  • srsUE has a --channel.model flag (AWGN, EPA, EVA, ETU)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Problem: it is wired to the LTE PHY path only — silently ignored in NR mode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Confirmed by reading source: NR PHY never calls the channel emulator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343400"/>
            <a:ext cx="5577840" cy="1737360"/>
          </a:xfrm>
          <a:prstGeom prst="rect">
            <a:avLst/>
          </a:prstGeom>
          <a:solidFill>
            <a:srgbClr val="0A1A0A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</a:rPr>
              <a:t>Solution: ZMQ IQ-level Broker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0916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  • Intercepts raw IQ samples on the ZMQ socket between gNB and UE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No changes to srsRAN source — broker is a transparent proxy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C broker: AWGN + Rician fading (fast, low latency)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Pure Rayleigh crash: |h|²→0 nulls cause RRC timeout in ~2 min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Fix → Rician K=3 dB adds LoS component, prevents complete nulls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Sweet spot: K=3 dB, SNR=28 dB, fd=5 Hz → stable 15+ min, 12 HARQ failures</a:t>
            </a:r>
          </a:p>
        </p:txBody>
      </p:sp>
      <p:pic>
        <p:nvPicPr>
          <p:cNvPr id="14" name="Picture 13" descr="fig_channel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51560"/>
            <a:ext cx="5943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From C Broker to GNU Radio — Adding Realism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Flat fading is unrealistic; frequency-selective 3GPP profiles needed for the 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394960" cy="1874519"/>
          </a:xfrm>
          <a:prstGeom prst="rect">
            <a:avLst/>
          </a:prstGeom>
          <a:solidFill>
            <a:srgbClr val="2A0A0A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22222"/>
                </a:solidFill>
              </a:rPr>
              <a:t>C Broker Limitation: Flat Fading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  • All OFDM subcarriers fade together by the same random gain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Real 5G channels are frequency-selective: different subcarriers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 experience different fading (multi-path reflections at different delays)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Flat fading produces unrealistic, uniform SINR — all PRBs degraded equally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3GPP test profiles (EPA, EVA, ETU) require multi-tap FIR filters, not flat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017520"/>
            <a:ext cx="5394960" cy="3108960"/>
          </a:xfrm>
          <a:prstGeom prst="rect">
            <a:avLst/>
          </a:prstGeom>
          <a:solidFill>
            <a:srgbClr val="0A1A0A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0632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</a:rPr>
              <a:t>GRC Python Broker — Built on GNU Radio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8328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  • EPA / EVA / ETU frequency-selective fading (scipy FIR + persistent state zi)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 FFT-based per-subcarrier filtering — each tap has independent delay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Carrier Frequency Offset (CFO) — Doppler-like phase rotation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Burst packet drops — simulate deep fade or interference events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Narrowband CW interference injection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Time-varying scenario scripts (10 realistic channel sequences)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Live QT GUI — view IQ constellation and spectrum in real time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Processing budget: DL 413 µs · UL 503 µs &lt; 1 ms slot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0515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</a:rPr>
              <a:t>Live GRC Broker GUI</a:t>
            </a:r>
          </a:p>
        </p:txBody>
      </p:sp>
      <p:pic>
        <p:nvPicPr>
          <p:cNvPr id="12" name="Picture 11" descr="screenshot_g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jBPF vs Standard Metrics — What Were We Trying to Prove?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Week 7 evaluation — running both telemetry channels simultaneously on the same gNB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5303520" cy="1371600"/>
          </a:xfrm>
          <a:prstGeom prst="rect">
            <a:avLst/>
          </a:prstGeom>
          <a:solidFill>
            <a:srgbClr val="0A2040"/>
          </a:solidFill>
          <a:ln w="19050">
            <a:solidFill>
              <a:srgbClr val="1A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FAF"/>
                </a:solidFill>
              </a:rPr>
              <a:t>The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We ran both telemetry systems on the same gNB at the same time:
jBPF codelets → InfluxDB 1.x   |   Standard metrics → InfluxDB 3
57 minutes of steady-state traffic with Rician fading channel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051560"/>
            <a:ext cx="6035040" cy="1371600"/>
          </a:xfrm>
          <a:prstGeom prst="rect">
            <a:avLst/>
          </a:prstGeom>
          <a:solidFill>
            <a:srgbClr val="0A2020"/>
          </a:solidFill>
          <a:ln w="19050">
            <a:solidFill>
              <a:srgbClr val="1A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097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8C"/>
                </a:solidFill>
              </a:rPr>
              <a:t>Three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63040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1.  Do both systems agree where they measure the same thing?
2.  Why do the numbers differ even for the same metric?
3.  What can jBPF see that standard metrics simply cannot?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3749039" cy="3200400"/>
          </a:xfrm>
          <a:prstGeom prst="rect">
            <a:avLst/>
          </a:prstGeom>
          <a:solidFill>
            <a:srgbClr val="08081E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3749039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334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Finding 1 — They Agree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35661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Where both measure the same signal (SINR, MCS, CQI, BLER), values match within 1.5%. The codelets are extracting correct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606040"/>
            <a:ext cx="3749039" cy="3200400"/>
          </a:xfrm>
          <a:prstGeom prst="rect">
            <a:avLst/>
          </a:prstGeom>
          <a:solidFill>
            <a:srgbClr val="08081E"/>
          </a:solidFill>
          <a:ln w="1905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606040"/>
            <a:ext cx="3749039" cy="411480"/>
          </a:xfrm>
          <a:prstGeom prst="rect">
            <a:avLst/>
          </a:prstGeom>
          <a:solidFill>
            <a:srgbClr val="F0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6334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Finding 2 — Differences Are Expected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090672"/>
            <a:ext cx="35661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Throughput shows a 1.95× gap because jBPF measures at the application layer while standard metrics measure at the MAC layer — two valid measurements of different things.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606040"/>
            <a:ext cx="3749039" cy="3200400"/>
          </a:xfrm>
          <a:prstGeom prst="rect">
            <a:avLst/>
          </a:prstGeom>
          <a:solidFill>
            <a:srgbClr val="08081E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606040"/>
            <a:ext cx="3749039" cy="411480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6334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Finding 3 — jBPF Sees What Standard Cannot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090672"/>
            <a:ext cx="35661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Hook latency, per-slot FAPI data, RLC/PDCP counters, RRC/NGAP procedure timing — none of these exist in the standard interface. Infrastructure faults are invisible without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0A2A0A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E8B57"/>
                </a:solidFill>
              </a:rPr>
              <a:t>Conclusion: jBPF is not a replacement for standard metrics — it is a complementary layer that adds depth, resolution, and fault visibility that standard monitoring cannot provide.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jBPF vs Standard Metrics — Capability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What each telemetry channel can and cannot measure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41148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33271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005840"/>
            <a:ext cx="3017520" cy="41148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033271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Standard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1005840"/>
            <a:ext cx="3017520" cy="4114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033271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jBPF (Janus)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08760"/>
            <a:ext cx="502920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508760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78240" y="1508760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4533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Update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79" y="154533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~1 s aggregates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4533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Configurable — down to 1 ms per slot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911095"/>
            <a:ext cx="502920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77840" y="1911095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40" y="1911095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94767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Per-slot (1 ms) visibility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194767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94767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13432"/>
            <a:ext cx="502920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77840" y="2313432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8240" y="2313432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35000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SINR / MCS / CQI / 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79" y="2350008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350008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502920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77840" y="2715768"/>
            <a:ext cx="301752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78240" y="2715768"/>
            <a:ext cx="301752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7523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Hook execution latency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79" y="2752344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2752344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 — 22 hooks (p50/p99/max)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18104"/>
            <a:ext cx="502920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77840" y="3118104"/>
            <a:ext cx="301752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78240" y="3118104"/>
            <a:ext cx="3017520" cy="384048"/>
          </a:xfrm>
          <a:prstGeom prst="rect">
            <a:avLst/>
          </a:prstGeom>
          <a:solidFill>
            <a:srgbClr val="1A0808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15468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060"/>
                </a:solidFill>
              </a:rPr>
              <a:t>Infrastructure fault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79" y="3154680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154680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 — only via hook latency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520440"/>
            <a:ext cx="502920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77840" y="3520440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3520440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55701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Per-layer byte counters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79" y="355701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55701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 — RLC and PDCP separately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922776"/>
            <a:ext cx="502920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577840" y="3922776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778240" y="3922776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95935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RLC SDU delivery latency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79" y="395935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95935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325112"/>
            <a:ext cx="502920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577840" y="4325112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78240" y="4325112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3616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RRC / NGAP procedure timing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79" y="4361688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361688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E8B57"/>
                </a:solidFill>
              </a:rPr>
              <a:t>Yes — per-event timestamps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727448"/>
            <a:ext cx="502920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577840" y="4727448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78240" y="4727448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76402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Scheduling latency histograms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79" y="4764024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764024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5129783"/>
            <a:ext cx="502920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577840" y="5129783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778240" y="5129783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166359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PHR / Rank Indicator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79" y="5166359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E8B57"/>
                </a:solidFill>
              </a:rPr>
              <a:t>Yes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69680" y="5166359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22222"/>
                </a:solidFill>
              </a:rPr>
              <a:t>No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5532120"/>
            <a:ext cx="502920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577840" y="5532120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778240" y="5532120"/>
            <a:ext cx="3017520" cy="384048"/>
          </a:xfrm>
          <a:prstGeom prst="rect">
            <a:avLst/>
          </a:prstGeom>
          <a:solidFill>
            <a:srgbClr val="101028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56869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Metric count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79" y="556869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~30 fields, 1 table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9680" y="5568696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60+ fields, 17 measurements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5934456"/>
            <a:ext cx="502920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77840" y="5934456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0" y="5934456"/>
            <a:ext cx="3017520" cy="384048"/>
          </a:xfrm>
          <a:prstGeom prst="rect">
            <a:avLst/>
          </a:prstGeom>
          <a:solidFill>
            <a:srgbClr val="0A0A1E"/>
          </a:solidFill>
          <a:ln w="1905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597103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CPU overhead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79" y="597103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Negligible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69680" y="5971032"/>
            <a:ext cx="28346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~3.3% of one CPU core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1.95× Throughput Difference — Not a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Both systems are correct — they measure at different protocol layers</a:t>
            </a:r>
          </a:p>
        </p:txBody>
      </p:sp>
      <p:pic>
        <p:nvPicPr>
          <p:cNvPr id="5" name="Picture 4" descr="fig_throughput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40080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FFFFFF"/>
                </a:solidFill>
              </a:rPr>
              <a:t>iperf3 sends 10 Mbps of UDP payload.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The standard srsRAN dashboard reads the MAC-layer bitrate: 19.45 Mbps.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The extra 9.45 Mbps comes from: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Protocol headers: IP (20B) + UDP (8B) + GTP-U (16B) + PDCP (3B) + RLC (2B)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MAC control elements: BSR, PHR, timing advance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HARQ overhead: scheduled bytes count even for retransmissions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  • PDCCH/reference signals: resource grant signalling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Radio metrics (SINR, MCS, CQI, BLER) agree with r &gt; 0.88.</a:t>
            </a:r>
          </a:p>
          <a:p>
            <a:pPr algn="l"/>
            <a:r>
              <a:rPr sz="1300">
                <a:solidFill>
                  <a:srgbClr val="FFFFFF"/>
                </a:solidFill>
              </a:rPr>
              <a:t>The mismatch is in throughput only — expected, not an error.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CPU Overhead — Measured from the Telemetry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jbpf_out_perf_list records hook execution time — no external profiler needed</a:t>
            </a:r>
          </a:p>
        </p:txBody>
      </p:sp>
      <p:pic>
        <p:nvPicPr>
          <p:cNvPr id="5" name="Picture 4" descr="fig_cpu_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Anomaly Datasets — 5 621 Labelled Samples, 19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35 recorded scenarios covering 4 failure types — ready for AI/ML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0D0D25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283464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078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0 — 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1328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The network running as intended.
Clean radio, no load stress.
2 063 samples
(baseline reference)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1051560"/>
            <a:ext cx="2834640" cy="3657600"/>
          </a:xfrm>
          <a:prstGeom prst="rect">
            <a:avLst/>
          </a:prstGeom>
          <a:solidFill>
            <a:srgbClr val="0D0D25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64408" y="1051560"/>
            <a:ext cx="2834640" cy="38404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78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1 — Scheduler 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1481328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We lowered the priority of the gNB
real-time thread in the OS. The radio
starts missing its 1 ms deadlines.
462 samples
(software/OS fault)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1051560"/>
            <a:ext cx="2834640" cy="3657600"/>
          </a:xfrm>
          <a:prstGeom prst="rect">
            <a:avLst/>
          </a:prstGeom>
          <a:solidFill>
            <a:srgbClr val="0D0D25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1051560"/>
            <a:ext cx="2834640" cy="384048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078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2 — Traffic Flood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1481328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We blasted the UE with massive
UDP / TCP traffic — like a denial-of-
service attack on the radio link.
936 samples
(overload stress)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44584" y="1051560"/>
            <a:ext cx="2834640" cy="3657600"/>
          </a:xfrm>
          <a:prstGeom prst="rect">
            <a:avLst/>
          </a:prstGeom>
          <a:solidFill>
            <a:srgbClr val="0D0D25"/>
          </a:solidFill>
          <a:ln w="1905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44584" y="1051560"/>
            <a:ext cx="2834640" cy="38404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078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3 — Channel Degradation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1481328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DD"/>
                </a:solidFill>
              </a:rPr>
              <a:t>We injected RF impairments via the
channel broker: fading, noise, burst
drops — simulating poor radio coverage.
2 160 samples
(radio environment stress)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846320"/>
            <a:ext cx="11612880" cy="457200"/>
          </a:xfrm>
          <a:prstGeom prst="rect">
            <a:avLst/>
          </a:prstGeom>
          <a:solidFill>
            <a:srgbClr val="101030"/>
          </a:solidFill>
          <a:ln w="19050">
            <a:solidFill>
              <a:srgbClr val="1A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892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19 features per 1-second window  ·  7 hook latencies (p99 µs)  ·  HARQ (MCS, retx, fail rate)  ·  CRC (SINR, success rate)  ·  BSR (buffer)  ·  RLC (throughput, latency)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394960"/>
            <a:ext cx="11612880" cy="960120"/>
          </a:xfrm>
          <a:prstGeom prst="rect">
            <a:avLst/>
          </a:prstGeom>
          <a:solidFill>
            <a:srgbClr val="1A0A0A"/>
          </a:solidFill>
          <a:ln w="190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44068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60"/>
                </a:solidFill>
              </a:rPr>
              <a:t>Key finding: 14 of 23 stress scenarios produce signatures invisible to standard metrics.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83387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hook_p99_us_fapi_ul spikes to &gt;7 000 µs (7× the 1 ms slot budget) during scheduler demotion while SINR/MCS remain normal — impossible to detect without hook latency.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Core Result — Hook Latency Identifies Infrastructure Faults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A metric that exists nowhere in standard 5G monitoring</a:t>
            </a:r>
          </a:p>
        </p:txBody>
      </p:sp>
      <p:pic>
        <p:nvPicPr>
          <p:cNvPr id="5" name="Picture 4" descr="screenshot_grafan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097280"/>
            <a:ext cx="37490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What happened: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gNB threads demoted from SCHED_FIFO:96 to SCHED_BATCH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OS scheduler deprioritises them — slot processing delayed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hook_p99_us_fapi_ul: 6 µs → 7 289 µs (1200× spike)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What standard metrics show: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Slight MCS drop (looks like minor channel fading)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BSR increase (looks like congestion)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No indication of a software fault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What hook latency shows: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Unmistakable spike — 7× the 1 ms slot budget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Pure infrastructure signature — SINR unchanged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No channel probe can see this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In-Network Pre-Processing — Week 8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Computing statistics inside the eBPF program — no userspace required</a:t>
            </a:r>
          </a:p>
        </p:txBody>
      </p:sp>
      <p:pic>
        <p:nvPicPr>
          <p:cNvPr id="5" name="Picture 4" descr="screenshot_grafa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09728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Custom SINR codelet (C code):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Hook: mac_sched_crc_indication — fires on every UL CRC PDU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Two algorithms inside the eBPF program: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Variance: Welford online algorithm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 E[X²] − E[X]² — no stored history needed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Sliding avg: 16-entry ring buffer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  Constant time update (no inner loop)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Why it matters: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Anomaly detection logic runs at the gNB itself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Sub-millisecond latency — no network hop to userspace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Bandwidth saving: send avg/variance, not every raw sample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New Grafana panels: SINR variance + sliding average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Progress vs 12-Week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DD"/>
                </a:solidFill>
              </a:rPr>
              <a:t>All implementation phases complete — in Phase V (writing)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2194560" cy="2743200"/>
          </a:xfrm>
          <a:prstGeom prst="rect">
            <a:avLst/>
          </a:prstGeom>
          <a:solidFill>
            <a:srgbClr val="2E8B57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I
Wks 1–2
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Setup 5G sim
+ ZMQ 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164592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79" y="1051560"/>
            <a:ext cx="2194560" cy="2743200"/>
          </a:xfrm>
          <a:prstGeom prst="rect">
            <a:avLst/>
          </a:prstGeom>
          <a:solidFill>
            <a:srgbClr val="2E8B57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199" y="109728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II
Wks 3–5
Corelets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22 hooks
17 schemas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799" y="3520440"/>
            <a:ext cx="164592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051560"/>
            <a:ext cx="2194560" cy="2743200"/>
          </a:xfrm>
          <a:prstGeom prst="rect">
            <a:avLst/>
          </a:prstGeom>
          <a:solidFill>
            <a:srgbClr val="2E8B57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09728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III
Wks 6–7
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Dashboard
Comparison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3520440"/>
            <a:ext cx="164592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19" y="1051560"/>
            <a:ext cx="2194560" cy="2743200"/>
          </a:xfrm>
          <a:prstGeom prst="rect">
            <a:avLst/>
          </a:prstGeom>
          <a:solidFill>
            <a:srgbClr val="2E8B57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9728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IV
Wks 8–9
Extension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Codelet math
AI datasets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520440"/>
            <a:ext cx="164592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051560"/>
            <a:ext cx="2194560" cy="2743200"/>
          </a:xfrm>
          <a:prstGeom prst="rect">
            <a:avLst/>
          </a:prstGeom>
          <a:solidFill>
            <a:srgbClr val="2A2A0A"/>
          </a:solidFill>
          <a:ln w="19050">
            <a:solidFill>
              <a:srgbClr val="F0C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109728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V
Wks 10–12
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Validation
Thesis writing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520440"/>
            <a:ext cx="1645920" cy="320040"/>
          </a:xfrm>
          <a:prstGeom prst="rect">
            <a:avLst/>
          </a:prstGeom>
          <a:solidFill>
            <a:srgbClr val="F0C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 PROG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Deliverables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34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Source code (codelets, scripts, pipeline)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1888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AI-ready datasets (CSV + HDF5, 5 621 samples)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202936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Setup guide and all documentation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586983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Anomaly collection report (35 scenarios)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434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Janus vs Standard comparison (live data)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81888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E8B57"/>
                </a:solidFill>
              </a:rPr>
              <a:t>✓  Custom codelet documentation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202936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</a:rPr>
              <a:t>○  Bachelor Thesis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586983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</a:rPr>
              <a:t>○  Final presentation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of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73152" cy="6858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Full 5G NR Telemetry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22 jBPF hook points · 17 schemas · 1 ms granularity · 36-panel Grafana 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01952"/>
            <a:ext cx="73152" cy="685800"/>
          </a:xfrm>
          <a:prstGeom prst="rect">
            <a:avLst/>
          </a:prstGeom>
          <a:solidFill>
            <a:srgbClr val="8B6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019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ZMQ Channel Broker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2199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GRC Python broker: AWGN + Rician/Rayleigh + EPA/EVA/ETU + interference + time-varying scenarios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98064"/>
            <a:ext cx="73152" cy="6858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980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Baremetal Installation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18104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Fixed 10 eBPF verifier failures + 2 jrtc-ctl bugs + YAML config keys to get the full stack running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694176"/>
            <a:ext cx="73152" cy="6858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69417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4. Two Labelled AI-Ready 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14215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5 621 samples · 19 features · 4 classes · 35 scenarios · scenario-based train/test split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90288"/>
            <a:ext cx="73152" cy="685800"/>
          </a:xfrm>
          <a:prstGeom prst="rect">
            <a:avLst/>
          </a:prstGeom>
          <a:solidFill>
            <a:srgbClr val="B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5902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5. Key Finding — Hook Latency as Fault Detector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10327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Only metric that distinguishes scheduler faults from channel impairments · 7× spike · invisible to standard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486400"/>
            <a:ext cx="73152" cy="685800"/>
          </a:xfrm>
          <a:prstGeom prst="rect">
            <a:avLst/>
          </a:prstGeom>
          <a:solidFill>
            <a:srgbClr val="1A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6. Custom In-Network Codelet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DD"/>
                </a:solidFill>
              </a:rPr>
              <a:t>SINR variance + sliding window computed inside eBPF at 1 ms — no userspace post-processing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Remaining Work — Phase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</a:rPr>
              <a:t>Thesis Writing (Week 11):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Chapter: System architecture and implementation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Chapter: Evaluation — jBPF vs standard comparison with live plots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Chapter: Anomaly detection — dataset description, key findings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Chapter: Conclusion and future work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Optional extensions (if time permits):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Train a lightweight anomaly classifier on the collected dataset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Evaluate CPU overhead at multiple traffic rates (10/25/50 Mbps)</a:t>
            </a:r>
          </a:p>
          <a:p>
            <a:pPr algn="l"/>
            <a:r>
              <a:rPr sz="1500">
                <a:solidFill>
                  <a:srgbClr val="FFFFFF"/>
                </a:solidFill>
              </a:rPr>
              <a:t>  • Extend custom codelet to output an anomaly score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097280"/>
            <a:ext cx="5394960" cy="5029200"/>
          </a:xfrm>
          <a:prstGeom prst="rect">
            <a:avLst/>
          </a:prstGeom>
          <a:solidFill>
            <a:srgbClr val="10102A"/>
          </a:solidFill>
          <a:ln w="19050">
            <a:solidFill>
              <a:srgbClr val="1A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C060"/>
                </a:solidFill>
              </a:rPr>
              <a:t>Hardware (USRP)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FFFFFF"/>
                </a:solidFill>
              </a:rPr>
              <a:t>Project plan explicitly designs for ZMQ simulation.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Hardware (USRP B210/X310) is optional bonus only.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If time permits after thesis draft: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Replace ZMQ with real USRP radio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Run codelets on live air interface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  • Compare simulated vs real-world hook latency</a:t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</a:rPr>
              <a:t>Risk mitigation: do NOT attempt if it jeopardises the report deadline.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1A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CCDD"/>
                </a:solidFill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DD"/>
                </a:solidFill>
              </a:rPr>
              <a:t>github.com/MaximBitiu1/srsran-telemetry-pipeline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jBPF hook
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Telemetry
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Grafana
panels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5 621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Labelled
samples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CPU
overhead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4747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0C060"/>
                </a:solidFill>
              </a:rPr>
              <a:t>7 000+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9776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DD"/>
                </a:solidFill>
              </a:rPr>
              <a:t>µs fault
spike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