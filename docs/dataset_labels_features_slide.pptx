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Anomaly Dataset — Labels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5,621 labelled samples · 19 features per sample · 4 anomaly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Labels (4 classes)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1170432"/>
          </a:xfrm>
          <a:prstGeom prst="rect">
            <a:avLst/>
          </a:prstGeom>
          <a:solidFill>
            <a:srgbClr val="08081E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34747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538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 —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Network running cleanly.
No stress, no impairment.
2,063 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5303520" cy="1170432"/>
          </a:xfrm>
          <a:prstGeom prst="rect">
            <a:avLst/>
          </a:prstGeom>
          <a:solidFill>
            <a:srgbClr val="08081E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5303520" cy="34747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883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 — Scheduler 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35808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gNB real-time thread priority
lowered by the OS — misses
1ms slot deadlines.
462 samples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303520" cy="1170432"/>
          </a:xfrm>
          <a:prstGeom prst="rect">
            <a:avLst/>
          </a:prstGeom>
          <a:solidFill>
            <a:srgbClr val="08081E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5303520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227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— Traffic Flood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70248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UE blasted with UDP traffic
exceeding uplink capacity.
Simulates a DDoS overload.
936 samples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5303520" cy="1170432"/>
          </a:xfrm>
          <a:prstGeom prst="rect">
            <a:avLst/>
          </a:prstGeom>
          <a:solidFill>
            <a:srgbClr val="08081E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5303520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572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 — Channel Degradation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04688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RF impairments injected via
the channel broker: fading,
noise, burst drops.
2,160 samples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005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Features (19 per sample)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417320"/>
            <a:ext cx="5943600" cy="2743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435608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Hook Latency (p99) — 8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70992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C060"/>
                </a:solidFill>
              </a:rPr>
              <a:t>  * fapi_ul_tti_request p99   ← key fault detector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94767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fapi_dl_tti_request p99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18541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pdcp_ul_deliver_sdu p99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42316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pdcp_ul_rx_data_pdu p99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66090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rlc_ul_rx_pdu p99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89864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rlc_ul_sdu_delivered p99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1363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rlc_dl_tx_pdu p99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37413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fapi_ul_tti_request max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657600"/>
            <a:ext cx="5943600" cy="27432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675887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MAC / Radio — 8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9502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harq_mcs_avg      — average modulation order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187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harq_mcs_min      — worst-slot modulation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42569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harq_cons_retx    — consecutive retransmissions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634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harq_fail_rate    — HARQ failure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0118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crc_sinr_avg      — average signal quality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13892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crc_harq_fail     — CRC-level HARQ failures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37667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crc_success_rate  — transmission success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61441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bsr_kb            — UE uplink buffer size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5870448"/>
            <a:ext cx="5943600" cy="27432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5888736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RLC Layer — 3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616305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  · rlc_throughput_kb  · rlc_lat_avg_us  · rlc_lat_max_us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A2A0A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8B57"/>
                </a:solidFill>
              </a:rPr>
              <a:t>Key insight: hook_p99_us_fapi_ul is the only feature that detects scheduler faults — invisible to all standard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