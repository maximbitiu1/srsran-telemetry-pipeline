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jBPF vs Standard Metrics — What Were We Trying to Prove?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Week 7 evaluation — running both telemetry channels simultaneously on the same gNB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03520" cy="1371600"/>
          </a:xfrm>
          <a:prstGeom prst="rect">
            <a:avLst/>
          </a:prstGeom>
          <a:solidFill>
            <a:srgbClr val="0A2040"/>
          </a:solidFill>
          <a:ln w="19050">
            <a:solidFill>
              <a:srgbClr val="1A6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AF"/>
                </a:solidFill>
              </a:rPr>
              <a:t>The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We ran both telemetry systems on the same gNB at the same time:
jBPF codelets → InfluxDB 1.x   |   Standard metrics → InfluxDB 3
57 minutes of steady-state traffic with Rician fading channel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51560"/>
            <a:ext cx="6035040" cy="1371600"/>
          </a:xfrm>
          <a:prstGeom prst="rect">
            <a:avLst/>
          </a:prstGeom>
          <a:solidFill>
            <a:srgbClr val="0A2020"/>
          </a:solidFill>
          <a:ln w="19050">
            <a:solidFill>
              <a:srgbClr val="1A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0972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8C8C"/>
                </a:solidFill>
              </a:rPr>
              <a:t>Three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463040"/>
            <a:ext cx="576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1.  Do both systems agree where they measure the same thing?
2.  Why do the numbers differ even for the same metric?
3.  What can jBPF see that standard metrics simply cannot?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3749039" cy="3200400"/>
          </a:xfrm>
          <a:prstGeom prst="rect">
            <a:avLst/>
          </a:prstGeom>
          <a:solidFill>
            <a:srgbClr val="08081E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3749039" cy="4114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Finding 1 — They Agree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90672"/>
            <a:ext cx="35661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Where both measure the same signal (SINR, MCS, CQI, BLER), values match within 1.5%. The codelets are extracting correct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606040"/>
            <a:ext cx="3749039" cy="3200400"/>
          </a:xfrm>
          <a:prstGeom prst="rect">
            <a:avLst/>
          </a:prstGeom>
          <a:solidFill>
            <a:srgbClr val="08081E"/>
          </a:solidFill>
          <a:ln w="19050">
            <a:solidFill>
              <a:srgbClr val="F0C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606040"/>
            <a:ext cx="3749039" cy="411480"/>
          </a:xfrm>
          <a:prstGeom prst="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6334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Finding 2 — Differences Are Expected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90672"/>
            <a:ext cx="35661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Throughput shows a 1.95× gap because jBPF measures at the application layer while standard metrics measure at the MAC layer — two valid measurements of different things.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606040"/>
            <a:ext cx="3749039" cy="3200400"/>
          </a:xfrm>
          <a:prstGeom prst="rect">
            <a:avLst/>
          </a:prstGeom>
          <a:solidFill>
            <a:srgbClr val="08081E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606040"/>
            <a:ext cx="3749039" cy="41148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6334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Finding 3 — jBPF Sees What Standard Cannot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090672"/>
            <a:ext cx="35661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Hook latency, per-slot FAPI data, RLC/PDCP counters, RRC/NGAP procedure timing — none of these exist in the standard interface. Infrastructure faults are invisible without them.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897880"/>
            <a:ext cx="11430000" cy="502920"/>
          </a:xfrm>
          <a:prstGeom prst="rect">
            <a:avLst/>
          </a:prstGeom>
          <a:solidFill>
            <a:srgbClr val="0A2A0A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E8B57"/>
                </a:solidFill>
              </a:rPr>
              <a:t>Conclusion: jBPF is not a replacement for standard metrics — it is a complementary layer that adds depth, resolution, and fault visibility that standard monitoring cannot provide.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jBPF vs Standard Metrics — Capability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What each telemetry channel can and cannot measure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411480"/>
          </a:xfrm>
          <a:prstGeom prst="rect">
            <a:avLst/>
          </a:prstGeom>
          <a:solidFill>
            <a:srgbClr val="1A6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33271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005840"/>
            <a:ext cx="3017520" cy="41148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79" y="1033271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Standard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1005840"/>
            <a:ext cx="3017520" cy="41148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033271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jBPF (Janus)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502920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1508760"/>
            <a:ext cx="301752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1508760"/>
            <a:ext cx="301752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54533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Update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79" y="1545336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~1 s aggregates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545336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Configurable — down to 1 ms per slot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11095"/>
            <a:ext cx="502920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0" y="1911095"/>
            <a:ext cx="301752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40" y="1911095"/>
            <a:ext cx="301752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194767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Per-slot (1 ms)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79" y="1947672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2222"/>
                </a:solidFill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947672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8B57"/>
                </a:solidFill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313432"/>
            <a:ext cx="502920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77840" y="2313432"/>
            <a:ext cx="301752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8240" y="2313432"/>
            <a:ext cx="301752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35000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SINR / MCS / CQI / BLER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79" y="2350008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8B57"/>
                </a:solidFill>
              </a:rP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350008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8B57"/>
                </a:solidFill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715768"/>
            <a:ext cx="5029200" cy="384048"/>
          </a:xfrm>
          <a:prstGeom prst="rect">
            <a:avLst/>
          </a:prstGeom>
          <a:solidFill>
            <a:srgbClr val="1A0808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0" y="2715768"/>
            <a:ext cx="3017520" cy="384048"/>
          </a:xfrm>
          <a:prstGeom prst="rect">
            <a:avLst/>
          </a:prstGeom>
          <a:solidFill>
            <a:srgbClr val="1A0808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78240" y="2715768"/>
            <a:ext cx="3017520" cy="384048"/>
          </a:xfrm>
          <a:prstGeom prst="rect">
            <a:avLst/>
          </a:prstGeom>
          <a:solidFill>
            <a:srgbClr val="1A0808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75234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60"/>
                </a:solidFill>
              </a:rPr>
              <a:t>Hook execution latency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79" y="2752344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2222"/>
                </a:solidFill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2752344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8B57"/>
                </a:solidFill>
              </a:rPr>
              <a:t>Yes — 22 hooks (p50/p99/max)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118104"/>
            <a:ext cx="5029200" cy="384048"/>
          </a:xfrm>
          <a:prstGeom prst="rect">
            <a:avLst/>
          </a:prstGeom>
          <a:solidFill>
            <a:srgbClr val="1A0808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77840" y="3118104"/>
            <a:ext cx="3017520" cy="384048"/>
          </a:xfrm>
          <a:prstGeom prst="rect">
            <a:avLst/>
          </a:prstGeom>
          <a:solidFill>
            <a:srgbClr val="1A0808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78240" y="3118104"/>
            <a:ext cx="3017520" cy="384048"/>
          </a:xfrm>
          <a:prstGeom prst="rect">
            <a:avLst/>
          </a:prstGeom>
          <a:solidFill>
            <a:srgbClr val="1A0808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15468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60"/>
                </a:solidFill>
              </a:rPr>
              <a:t>Infrastructure fault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79" y="3154680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2222"/>
                </a:solidFill>
              </a:rPr>
              <a:t>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3154680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8B57"/>
                </a:solidFill>
              </a:rPr>
              <a:t>Yes — only via hook latency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520440"/>
            <a:ext cx="502920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77840" y="3520440"/>
            <a:ext cx="301752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78240" y="3520440"/>
            <a:ext cx="301752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55701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Per-layer byte counters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79" y="3557016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2222"/>
                </a:solidFill>
              </a:rP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3557016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8B57"/>
                </a:solidFill>
              </a:rPr>
              <a:t>Yes — RLC and PDCP separately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922776"/>
            <a:ext cx="502920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577840" y="3922776"/>
            <a:ext cx="301752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778240" y="3922776"/>
            <a:ext cx="301752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95935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RLC SDU delivery latency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79" y="3959352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2222"/>
                </a:solidFill>
              </a:rPr>
              <a:t>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3959352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8B57"/>
                </a:solidFill>
              </a:rPr>
              <a:t>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325112"/>
            <a:ext cx="502920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77840" y="4325112"/>
            <a:ext cx="301752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78240" y="4325112"/>
            <a:ext cx="301752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36168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RRC / NGAP procedure timing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79" y="4361688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2222"/>
                </a:solidFill>
              </a:rPr>
              <a:t>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4361688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8B57"/>
                </a:solidFill>
              </a:rPr>
              <a:t>Yes — per-event timestamps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4727448"/>
            <a:ext cx="502920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77840" y="4727448"/>
            <a:ext cx="301752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78240" y="4727448"/>
            <a:ext cx="301752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76402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Scheduling latency histograms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79" y="4764024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8B57"/>
                </a:solidFill>
              </a:rPr>
              <a:t>Yes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69680" y="4764024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22"/>
                </a:solidFill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5129783"/>
            <a:ext cx="502920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77840" y="5129783"/>
            <a:ext cx="301752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778240" y="5129783"/>
            <a:ext cx="301752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5166359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PHR / Rank Indicator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79" y="5166359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8B57"/>
                </a:solidFill>
              </a:rPr>
              <a:t>Yes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69680" y="5166359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2222"/>
                </a:solidFill>
              </a:rPr>
              <a:t>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532120"/>
            <a:ext cx="502920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577840" y="5532120"/>
            <a:ext cx="301752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778240" y="5532120"/>
            <a:ext cx="3017520" cy="384048"/>
          </a:xfrm>
          <a:prstGeom prst="rect">
            <a:avLst/>
          </a:prstGeom>
          <a:solidFill>
            <a:srgbClr val="101028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556869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Metric count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79" y="5568696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~30 fields, 1 table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69680" y="5568696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60+ fields, 17 measurements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5934456"/>
            <a:ext cx="502920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577840" y="5934456"/>
            <a:ext cx="301752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0" y="5934456"/>
            <a:ext cx="3017520" cy="384048"/>
          </a:xfrm>
          <a:prstGeom prst="rect">
            <a:avLst/>
          </a:prstGeom>
          <a:solidFill>
            <a:srgbClr val="0A0A1E"/>
          </a:solidFill>
          <a:ln w="190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597103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CPU overhead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79" y="5971032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DD"/>
                </a:solidFill>
              </a:rPr>
              <a:t>Negligible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69680" y="5971032"/>
            <a:ext cx="2834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~3.3% of one CPU 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